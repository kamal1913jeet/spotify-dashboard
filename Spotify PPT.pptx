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0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5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6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3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2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1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5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1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0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82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1150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11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01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5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05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7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499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8467" y="0"/>
            <a:ext cx="5564344" cy="4093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endParaRPr lang="en-US" dirty="0"/>
          </a:p>
          <a:p>
            <a:pPr algn="ctr">
              <a:defRPr sz="3000"/>
            </a:pPr>
            <a:endParaRPr lang="en-US" dirty="0"/>
          </a:p>
          <a:p>
            <a:pPr algn="ctr">
              <a:defRPr sz="3000"/>
            </a:pPr>
            <a:endParaRPr lang="en-US" dirty="0"/>
          </a:p>
          <a:p>
            <a:pPr algn="ctr">
              <a:defRPr sz="3000"/>
            </a:pPr>
            <a:endParaRPr lang="en-US" dirty="0"/>
          </a:p>
          <a:p>
            <a:pPr algn="ctr">
              <a:defRPr sz="3000"/>
            </a:pPr>
            <a:endParaRPr lang="en-US" dirty="0"/>
          </a:p>
          <a:p>
            <a:pPr algn="ctr">
              <a:defRPr sz="3000"/>
            </a:pPr>
            <a:endParaRPr lang="en-US" dirty="0"/>
          </a:p>
          <a:p>
            <a:pPr algn="ctr">
              <a:defRPr sz="3000"/>
            </a:pPr>
            <a:r>
              <a:rPr b="1" dirty="0"/>
              <a:t>Spotify Top 50 Songs Analysis</a:t>
            </a:r>
            <a:endParaRPr lang="en-US" b="1" dirty="0"/>
          </a:p>
          <a:p>
            <a:pPr algn="ctr">
              <a:defRPr sz="3000"/>
            </a:pPr>
            <a:endParaRPr b="1" dirty="0"/>
          </a:p>
          <a:p>
            <a:pPr algn="ctr">
              <a:defRPr sz="2000"/>
            </a:pPr>
            <a:r>
              <a:rPr dirty="0"/>
              <a:t>Power BI College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0"/>
            <a:ext cx="28071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b="1" dirty="0"/>
              <a:t>Home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132320" cy="4016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0" y="1722475"/>
            <a:ext cx="47736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Explanation</a:t>
            </a:r>
          </a:p>
          <a:p>
            <a:pPr lvl="1">
              <a:defRPr sz="1800"/>
            </a:pPr>
            <a:r>
              <a:rPr dirty="0"/>
              <a:t>Professional landing page with Spotify</a:t>
            </a:r>
            <a:endParaRPr lang="en-US" dirty="0"/>
          </a:p>
          <a:p>
            <a:pPr lvl="1">
              <a:defRPr sz="1800"/>
            </a:pPr>
            <a:r>
              <a:rPr dirty="0"/>
              <a:t> branding.</a:t>
            </a:r>
          </a:p>
          <a:p>
            <a:pPr lvl="1">
              <a:defRPr sz="1800"/>
            </a:pPr>
            <a:r>
              <a:rPr dirty="0"/>
              <a:t>Navigation buttons for all report pages.</a:t>
            </a:r>
          </a:p>
          <a:p>
            <a:pPr lvl="1">
              <a:defRPr sz="1800"/>
            </a:pPr>
            <a:r>
              <a:rPr dirty="0"/>
              <a:t>Dark theme improves readability.</a:t>
            </a:r>
          </a:p>
          <a:p>
            <a:pPr lvl="1">
              <a:defRPr sz="1800"/>
            </a:pPr>
            <a:r>
              <a:rPr dirty="0"/>
              <a:t>Album artwork creates an engaging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0"/>
            <a:ext cx="5486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Overview Dashboard</a:t>
            </a:r>
          </a:p>
        </p:txBody>
      </p:sp>
      <p:pic>
        <p:nvPicPr>
          <p:cNvPr id="3" name="Picture 2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132320" cy="3971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518329"/>
            <a:ext cx="42913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Explanation</a:t>
            </a:r>
          </a:p>
          <a:p>
            <a:pPr lvl="1">
              <a:defRPr sz="1800"/>
            </a:pPr>
            <a:r>
              <a:rPr dirty="0"/>
              <a:t>KPIs summarize the dataset instantly.</a:t>
            </a:r>
          </a:p>
          <a:p>
            <a:pPr lvl="1">
              <a:defRPr sz="1800"/>
            </a:pPr>
            <a:r>
              <a:rPr dirty="0"/>
              <a:t>Charts compare artists, popularity and album types.</a:t>
            </a:r>
          </a:p>
          <a:p>
            <a:pPr lvl="1">
              <a:defRPr sz="1800"/>
            </a:pPr>
            <a:r>
              <a:rPr dirty="0"/>
              <a:t>Trend visuals reveal monthly popularity.</a:t>
            </a:r>
          </a:p>
          <a:p>
            <a:pPr lvl="1">
              <a:defRPr sz="1800"/>
            </a:pPr>
            <a:r>
              <a:rPr dirty="0"/>
              <a:t>Interactive slicers enable dynamic filtering.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0"/>
            <a:ext cx="27687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b="1" dirty="0"/>
              <a:t>Artists Dashboard</a:t>
            </a:r>
          </a:p>
        </p:txBody>
      </p:sp>
      <p:pic>
        <p:nvPicPr>
          <p:cNvPr id="3" name="Picture 2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132320" cy="3955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66019" y="1699083"/>
            <a:ext cx="4344463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Explanation</a:t>
            </a:r>
          </a:p>
          <a:p>
            <a:pPr lvl="1">
              <a:defRPr sz="1800"/>
            </a:pPr>
            <a:r>
              <a:rPr dirty="0"/>
              <a:t>Artist ranking compares total songs and popularity.</a:t>
            </a:r>
          </a:p>
          <a:p>
            <a:pPr lvl="1">
              <a:defRPr sz="1800"/>
            </a:pPr>
            <a:r>
              <a:rPr dirty="0"/>
              <a:t>Detailed table summarizes artist performance.</a:t>
            </a:r>
          </a:p>
          <a:p>
            <a:pPr lvl="1">
              <a:defRPr sz="1800"/>
            </a:pPr>
            <a:r>
              <a:rPr dirty="0"/>
              <a:t>Useful for identifying top-performing artists.</a:t>
            </a:r>
          </a:p>
          <a:p>
            <a:pPr lvl="1">
              <a:defRPr sz="1800"/>
            </a:pPr>
            <a:r>
              <a:rPr dirty="0"/>
              <a:t>Dashboard supports drill-down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0"/>
            <a:ext cx="27943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b="1" dirty="0"/>
              <a:t>Songs Dashboard</a:t>
            </a:r>
          </a:p>
        </p:txBody>
      </p:sp>
      <p:pic>
        <p:nvPicPr>
          <p:cNvPr id="3" name="Picture 2" descr="image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132320" cy="400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677818"/>
            <a:ext cx="427003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Explanation</a:t>
            </a:r>
          </a:p>
          <a:p>
            <a:pPr lvl="1">
              <a:defRPr sz="1800"/>
            </a:pPr>
            <a:r>
              <a:rPr dirty="0"/>
              <a:t>Song-wise table displays popularity and duration.</a:t>
            </a:r>
          </a:p>
          <a:p>
            <a:pPr lvl="1">
              <a:defRPr sz="1800"/>
            </a:pPr>
            <a:r>
              <a:rPr dirty="0"/>
              <a:t>Top songs are highlighted using bar charts.</a:t>
            </a:r>
          </a:p>
          <a:p>
            <a:pPr lvl="1">
              <a:defRPr sz="1800"/>
            </a:pPr>
            <a:r>
              <a:rPr dirty="0"/>
              <a:t>Users can compare songs interactively.</a:t>
            </a:r>
          </a:p>
          <a:p>
            <a:pPr lvl="1">
              <a:defRPr sz="1800"/>
            </a:pPr>
            <a:r>
              <a:rPr dirty="0"/>
              <a:t>Supports detailed music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2817933" cy="5232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r>
              <a:rPr b="1" i="1" dirty="0"/>
              <a:t>Key Insights</a:t>
            </a:r>
            <a:endParaRPr lang="en-US" b="1" i="1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dirty="0"/>
          </a:p>
          <a:p>
            <a:pPr>
              <a:defRPr sz="2000"/>
            </a:pPr>
            <a:r>
              <a:rPr dirty="0"/>
              <a:t>• Average popularity is approximately 89.6, showing that the dataset contains highly successful songs.</a:t>
            </a:r>
          </a:p>
          <a:p>
            <a:pPr>
              <a:defRPr sz="2000"/>
            </a:pPr>
            <a:r>
              <a:rPr dirty="0"/>
              <a:t>• Taylor Swift has the highest number of songs among featured artists.</a:t>
            </a:r>
          </a:p>
          <a:p>
            <a:pPr>
              <a:defRPr sz="2000"/>
            </a:pPr>
            <a:r>
              <a:rPr dirty="0"/>
              <a:t>• Album releases slightly exceed singles in the dataset.</a:t>
            </a:r>
          </a:p>
          <a:p>
            <a:pPr>
              <a:defRPr sz="2000"/>
            </a:pPr>
            <a:r>
              <a:rPr dirty="0"/>
              <a:t>• Most popular tracks are between 3 and 4 minutes in duration.</a:t>
            </a:r>
          </a:p>
          <a:p>
            <a:pPr>
              <a:defRPr sz="2000"/>
            </a:pPr>
            <a:r>
              <a:rPr dirty="0"/>
              <a:t>• Interactive visuals make comparison of artists and songs quick and effective.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31913" cy="4924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r>
              <a:rPr b="1" i="1" dirty="0"/>
              <a:t>Conclusion</a:t>
            </a:r>
            <a:endParaRPr lang="en-US" b="1" i="1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lang="en-US" dirty="0"/>
          </a:p>
          <a:p>
            <a:pPr>
              <a:defRPr sz="2600"/>
            </a:pPr>
            <a:endParaRPr dirty="0"/>
          </a:p>
          <a:p>
            <a:pPr>
              <a:defRPr sz="2000"/>
            </a:pPr>
            <a:r>
              <a:rPr dirty="0"/>
              <a:t>• Power BI transformed raw Spotify data into meaningful insights.</a:t>
            </a:r>
          </a:p>
          <a:p>
            <a:pPr>
              <a:defRPr sz="2000"/>
            </a:pPr>
            <a:r>
              <a:rPr dirty="0"/>
              <a:t>• The dashboard helps identify trends in popularity, artists and songs.</a:t>
            </a:r>
          </a:p>
          <a:p>
            <a:pPr>
              <a:defRPr sz="2000"/>
            </a:pPr>
            <a:r>
              <a:rPr dirty="0"/>
              <a:t>• Interactive filtering improves user exploration and decision making.</a:t>
            </a:r>
          </a:p>
          <a:p>
            <a:pPr>
              <a:defRPr sz="2000"/>
            </a:pPr>
            <a:r>
              <a:rPr dirty="0"/>
              <a:t>• The project demonstrates the value of business intelligence in music analytics.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241</Words>
  <Application>Microsoft Office PowerPoint</Application>
  <PresentationFormat>Custom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2026-07-03T06:07:14Z</dcterms:modified>
  <cp:category/>
</cp:coreProperties>
</file>